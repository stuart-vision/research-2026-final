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77" r:id="rId4"/>
    <p:sldId id="306" r:id="rId5"/>
    <p:sldId id="275" r:id="rId6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Roboto Black" panose="020B0604020202020204" charset="0"/>
      <p:bold r:id="rId13"/>
    </p:embeddedFont>
    <p:embeddedFont>
      <p:font typeface="Roboto Light" panose="020B0604020202020204" charset="0"/>
      <p:regular r:id="rId14"/>
      <p:italic r:id="rId15"/>
    </p:embeddedFont>
    <p:embeddedFont>
      <p:font typeface="Roboto Medium" panose="020B0604020202020204" charset="0"/>
      <p:regular r:id="rId16"/>
      <p:italic r:id="rId17"/>
    </p:embeddedFont>
  </p:embeddedFontLst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4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pos="7293" userDrawn="1">
          <p15:clr>
            <a:srgbClr val="A4A3A4"/>
          </p15:clr>
        </p15:guide>
        <p15:guide id="4" pos="4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04" y="36"/>
      </p:cViewPr>
      <p:guideLst>
        <p:guide orient="horz" pos="4324"/>
        <p:guide pos="3839"/>
        <p:guide pos="7293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Roboto Light" panose="02000000000000000000" charset="0"/>
              <a:ea typeface="Roboto Light" panose="02000000000000000000" charset="0"/>
              <a:cs typeface="Roboto Light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Roboto Light" panose="02000000000000000000" charset="0"/>
              </a:rPr>
              <a:t>2025/3/22</a:t>
            </a:fld>
            <a:endParaRPr lang="zh-CN" altLang="en-US">
              <a:ea typeface="Roboto Light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Roboto Light" panose="02000000000000000000" charset="0"/>
              <a:ea typeface="Roboto Light" panose="02000000000000000000" charset="0"/>
              <a:cs typeface="Roboto Light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Roboto Light" panose="02000000000000000000" charset="0"/>
              </a:rPr>
              <a:t>‹#›</a:t>
            </a:fld>
            <a:endParaRPr lang="zh-CN" altLang="en-US">
              <a:ea typeface="Roboto Light" panose="02000000000000000000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fld id="{D2A48B96-639E-45A3-A0BA-2464DFDB1FAA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Roboto Light" panose="02000000000000000000" charset="0"/>
        <a:ea typeface="Roboto Light" panose="02000000000000000000" charset="0"/>
        <a:cs typeface="Roboto Light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 Light" panose="02000000000000000000" charset="0"/>
        <a:ea typeface="Roboto Light" panose="02000000000000000000" charset="0"/>
        <a:cs typeface="Roboto Light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 Light" panose="02000000000000000000" charset="0"/>
        <a:ea typeface="Roboto Light" panose="02000000000000000000" charset="0"/>
        <a:cs typeface="Roboto Light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 Light" panose="02000000000000000000" charset="0"/>
        <a:ea typeface="Roboto Light" panose="02000000000000000000" charset="0"/>
        <a:cs typeface="Roboto Light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 Light" panose="02000000000000000000" charset="0"/>
        <a:ea typeface="Roboto Light" panose="02000000000000000000" charset="0"/>
        <a:cs typeface="Roboto Light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0"/>
            <a:ext cx="12195810" cy="338709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 Light" panose="02000000000000000000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782320" y="683260"/>
            <a:ext cx="10624185" cy="549148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 Light" panose="02000000000000000000" charset="0"/>
            </a:endParaRPr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302260"/>
            <a:ext cx="228600" cy="54102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 Light" panose="02000000000000000000" charset="0"/>
            </a:endParaRPr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5810" cy="338709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 Light" panose="02000000000000000000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239395" y="240665"/>
            <a:ext cx="11712575" cy="637667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Roboto Light" panose="02000000000000000000" charset="0"/>
              <a:sym typeface="+mn-ea"/>
            </a:endParaRPr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 Light" panose="02000000000000000000" charset="0"/>
          <a:ea typeface="Roboto Light" panose="02000000000000000000" charset="0"/>
          <a:cs typeface="Roboto Light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 Light" panose="02000000000000000000" charset="0"/>
          <a:ea typeface="Roboto Light" panose="02000000000000000000" charset="0"/>
          <a:cs typeface="Roboto Light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 Light" panose="02000000000000000000" charset="0"/>
          <a:ea typeface="Roboto Light" panose="02000000000000000000" charset="0"/>
          <a:cs typeface="Roboto Light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 Light" panose="02000000000000000000" charset="0"/>
          <a:ea typeface="Roboto Light" panose="02000000000000000000" charset="0"/>
          <a:cs typeface="Roboto Light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Light" panose="02000000000000000000" charset="0"/>
          <a:ea typeface="Roboto Light" panose="02000000000000000000" charset="0"/>
          <a:cs typeface="Roboto Light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Light" panose="02000000000000000000" charset="0"/>
          <a:ea typeface="Roboto Light" panose="02000000000000000000" charset="0"/>
          <a:cs typeface="Roboto Light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02665" y="2891790"/>
            <a:ext cx="10296525" cy="7004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4400" dirty="0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</a:rPr>
              <a:t>Research Project Title &lt;font size 44&gt;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73363" y="4096385"/>
            <a:ext cx="664464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400" dirty="0">
                <a:solidFill>
                  <a:srgbClr val="203864"/>
                </a:solidFill>
                <a:latin typeface="Roboto Medium" panose="02000000000000000000" charset="0"/>
                <a:ea typeface="Roboto Light" panose="02000000000000000000" charset="0"/>
                <a:cs typeface="Roboto Medium" panose="02000000000000000000" charset="0"/>
                <a:sym typeface="+mn-ea"/>
              </a:rPr>
              <a:t>Student Name</a:t>
            </a:r>
            <a:r>
              <a:rPr lang="en-US" altLang="en-US" b="1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zh-CN" sz="2400" dirty="0">
                <a:solidFill>
                  <a:srgbClr val="203864"/>
                </a:solidFill>
                <a:latin typeface="Roboto Medium" panose="02000000000000000000" charset="0"/>
                <a:ea typeface="Roboto Light" panose="02000000000000000000" charset="0"/>
                <a:cs typeface="Roboto Medium" panose="02000000000000000000" charset="0"/>
                <a:sym typeface="+mn-ea"/>
              </a:rPr>
              <a:t>Email Address</a:t>
            </a:r>
            <a:r>
              <a:rPr lang="en-US" altLang="en-US" b="1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zh-CN" sz="2400" dirty="0">
                <a:solidFill>
                  <a:srgbClr val="203864"/>
                </a:solidFill>
                <a:latin typeface="Roboto Medium" panose="02000000000000000000" charset="0"/>
                <a:ea typeface="Roboto Light" panose="02000000000000000000" charset="0"/>
                <a:cs typeface="Roboto Medium" panose="02000000000000000000" charset="0"/>
                <a:sym typeface="+mn-ea"/>
              </a:rPr>
              <a:t>Index No</a:t>
            </a:r>
            <a:r>
              <a:rPr lang="en-US" altLang="zh-CN" sz="2400" dirty="0">
                <a:solidFill>
                  <a:srgbClr val="203864"/>
                </a:solidFill>
                <a:latin typeface="Roboto Medium" panose="02000000000000000000" charset="0"/>
                <a:ea typeface="Roboto Light" panose="02000000000000000000" charset="0"/>
                <a:cs typeface="Roboto Medium" panose="02000000000000000000" charset="0"/>
              </a:rPr>
              <a:t>. </a:t>
            </a:r>
          </a:p>
        </p:txBody>
      </p:sp>
      <p:sp>
        <p:nvSpPr>
          <p:cNvPr id="14" name="文本框 7"/>
          <p:cNvSpPr txBox="1"/>
          <p:nvPr/>
        </p:nvSpPr>
        <p:spPr>
          <a:xfrm>
            <a:off x="925830" y="5591810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Light" panose="02000000000000000000" charset="0"/>
                <a:cs typeface="Roboto Light" panose="02000000000000000000" charset="0"/>
                <a:sym typeface="+mn-lt"/>
              </a:rPr>
              <a:t>Supervisor</a:t>
            </a: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  <a:sym typeface="+mn-lt"/>
              </a:rPr>
              <a:t>: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Light" panose="02000000000000000000" charset="0"/>
                <a:cs typeface="Roboto Light" panose="02000000000000000000" charset="0"/>
                <a:sym typeface="+mn-lt"/>
              </a:rPr>
              <a:t> Name,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Roboto Light" panose="02000000000000000000" charset="0"/>
                <a:cs typeface="Roboto Light" panose="02000000000000000000" charset="0"/>
                <a:sym typeface="+mn-lt"/>
              </a:rPr>
              <a:t>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Light" panose="02000000000000000000" charset="0"/>
                <a:cs typeface="Roboto Light" panose="02000000000000000000" charset="0"/>
                <a:sym typeface="+mn-lt"/>
              </a:rPr>
              <a:t>Affiliation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12050" y="693420"/>
            <a:ext cx="3872865" cy="110109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7907020" y="5669280"/>
            <a:ext cx="3392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Roboto Light" panose="02000000000000000000" charset="0"/>
                <a:cs typeface="Roboto Light" panose="02000000000000000000" charset="0"/>
                <a:sym typeface="+mn-lt"/>
              </a:rPr>
              <a:t>Co-Supervisor: Name,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latin typeface="Roboto Light" panose="02000000000000000000" charset="0"/>
                <a:cs typeface="Roboto Light" panose="02000000000000000000" charset="0"/>
                <a:sym typeface="+mn-lt"/>
              </a:rPr>
              <a:t> 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Roboto Light" panose="02000000000000000000" charset="0"/>
                <a:cs typeface="Roboto Light" panose="02000000000000000000" charset="0"/>
                <a:sym typeface="+mn-lt"/>
              </a:rPr>
              <a:t>Affiliation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387" y="6495389"/>
            <a:ext cx="5502910" cy="288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0"/>
              </a:spcBef>
              <a:buClrTx/>
              <a:buSzTx/>
              <a:buFontTx/>
            </a:pP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DEPARTMENT</a:t>
            </a:r>
            <a:r>
              <a:rPr lang="en-US" altLang="en-US" sz="18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 </a:t>
            </a: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OF COMPUTING AND INFORMATION SYSTEMS</a:t>
            </a:r>
          </a:p>
        </p:txBody>
      </p:sp>
      <p:sp>
        <p:nvSpPr>
          <p:cNvPr id="5" name="object 2"/>
          <p:cNvSpPr txBox="1"/>
          <p:nvPr/>
        </p:nvSpPr>
        <p:spPr>
          <a:xfrm>
            <a:off x="8892540" y="6556832"/>
            <a:ext cx="3141345" cy="226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IS 42853 - RESEARCH PROJECT IN 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/>
        </p:nvSpPr>
        <p:spPr>
          <a:xfrm>
            <a:off x="259715" y="210820"/>
            <a:ext cx="317563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400" dirty="0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CONTENTS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378200" y="979170"/>
            <a:ext cx="4314825" cy="5257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l">
              <a:buClrTx/>
              <a:buSzTx/>
              <a:buFont typeface="Calibri" panose="020F0502020204030204" charset="0"/>
              <a:buChar char="①"/>
            </a:pPr>
            <a:r>
              <a:rPr lang="en-US" altLang="zh-CN" sz="2200" dirty="0">
                <a:solidFill>
                  <a:srgbClr val="203864"/>
                </a:solidFill>
                <a:uFillTx/>
                <a:latin typeface="Roboto Black" panose="02000000000000000000" charset="0"/>
                <a:ea typeface="Roboto Light" panose="02000000000000000000" charset="0"/>
                <a:cs typeface="Roboto Black" panose="02000000000000000000" charset="0"/>
                <a:sym typeface="+mn-ea"/>
              </a:rPr>
              <a:t> Introduction</a:t>
            </a:r>
          </a:p>
          <a:p>
            <a:pPr marL="0" lvl="1" indent="0" algn="l">
              <a:buClrTx/>
              <a:buSzTx/>
              <a:buFont typeface="Calibri" panose="020F0502020204030204" charset="0"/>
              <a:buNone/>
            </a:pPr>
            <a:endParaRPr lang="en-US" altLang="zh-CN" sz="2200" dirty="0">
              <a:solidFill>
                <a:srgbClr val="203864"/>
              </a:solidFill>
              <a:uFillTx/>
              <a:latin typeface="Roboto Black" panose="02000000000000000000" charset="0"/>
              <a:ea typeface="Roboto Light" panose="02000000000000000000" charset="0"/>
              <a:cs typeface="Roboto Black" panose="02000000000000000000" charset="0"/>
              <a:sym typeface="+mn-ea"/>
            </a:endParaRPr>
          </a:p>
          <a:p>
            <a:pPr marL="342900" lvl="1" indent="-342900" algn="l">
              <a:buClrTx/>
              <a:buSzTx/>
              <a:buFont typeface="Calibri" panose="020F0502020204030204" charset="0"/>
              <a:buChar char="②"/>
            </a:pPr>
            <a:r>
              <a:rPr lang="en-US" altLang="zh-CN" sz="2200" dirty="0">
                <a:solidFill>
                  <a:srgbClr val="203864"/>
                </a:solidFill>
                <a:uFillTx/>
                <a:latin typeface="Roboto Black" panose="02000000000000000000" charset="0"/>
                <a:ea typeface="Roboto Light" panose="02000000000000000000" charset="0"/>
                <a:cs typeface="Roboto Black" panose="02000000000000000000" charset="0"/>
                <a:sym typeface="+mn-ea"/>
              </a:rPr>
              <a:t> Litreature Review</a:t>
            </a:r>
          </a:p>
          <a:p>
            <a:pPr marL="342900" lvl="1" indent="-342900" algn="l">
              <a:buClrTx/>
              <a:buSzTx/>
              <a:buFont typeface="Calibri" panose="020F0502020204030204" charset="0"/>
              <a:buChar char="②"/>
            </a:pPr>
            <a:endParaRPr lang="en-US" altLang="zh-CN" sz="2200" dirty="0">
              <a:solidFill>
                <a:srgbClr val="203864"/>
              </a:solidFill>
              <a:uFillTx/>
              <a:latin typeface="Roboto Black" panose="02000000000000000000" charset="0"/>
              <a:ea typeface="Roboto Light" panose="02000000000000000000" charset="0"/>
              <a:cs typeface="Roboto Black" panose="02000000000000000000" charset="0"/>
              <a:sym typeface="+mn-ea"/>
            </a:endParaRPr>
          </a:p>
          <a:p>
            <a:pPr marL="342900" lvl="1" indent="-342900" algn="l">
              <a:buClrTx/>
              <a:buSzTx/>
              <a:buFont typeface="Calibri" panose="020F0502020204030204" charset="0"/>
              <a:buChar char="③"/>
            </a:pPr>
            <a:r>
              <a:rPr lang="en-US" altLang="zh-CN" sz="2200" dirty="0">
                <a:solidFill>
                  <a:srgbClr val="203864"/>
                </a:solidFill>
                <a:uFillTx/>
                <a:latin typeface="Roboto Black" panose="02000000000000000000" charset="0"/>
                <a:ea typeface="Roboto Light" panose="02000000000000000000" charset="0"/>
                <a:cs typeface="Roboto Black" panose="02000000000000000000" charset="0"/>
                <a:sym typeface="+mn-ea"/>
              </a:rPr>
              <a:t> Research Objectives</a:t>
            </a:r>
          </a:p>
          <a:p>
            <a:pPr marL="342900" lvl="1" indent="-342900" algn="l">
              <a:buClrTx/>
              <a:buSzTx/>
              <a:buFont typeface="Calibri" panose="020F0502020204030204" charset="0"/>
              <a:buChar char="②"/>
            </a:pPr>
            <a:endParaRPr lang="en-US" altLang="zh-CN" sz="2200" dirty="0">
              <a:solidFill>
                <a:srgbClr val="203864"/>
              </a:solidFill>
              <a:uFillTx/>
              <a:latin typeface="Roboto Black" panose="02000000000000000000" charset="0"/>
              <a:ea typeface="Roboto Light" panose="02000000000000000000" charset="0"/>
              <a:cs typeface="Roboto Black" panose="02000000000000000000" charset="0"/>
              <a:sym typeface="+mn-ea"/>
            </a:endParaRPr>
          </a:p>
          <a:p>
            <a:pPr marL="342900" lvl="1" indent="-342900" algn="l">
              <a:buClrTx/>
              <a:buSzTx/>
              <a:buFont typeface="Calibri" panose="020F0502020204030204" charset="0"/>
              <a:buChar char="④"/>
            </a:pPr>
            <a:r>
              <a:rPr lang="en-US" altLang="zh-CN" sz="2200" dirty="0">
                <a:solidFill>
                  <a:srgbClr val="203864"/>
                </a:solidFill>
                <a:uFillTx/>
                <a:latin typeface="Roboto Black" panose="02000000000000000000" charset="0"/>
                <a:ea typeface="Roboto Light" panose="02000000000000000000" charset="0"/>
                <a:cs typeface="Roboto Black" panose="02000000000000000000" charset="0"/>
                <a:sym typeface="+mn-ea"/>
              </a:rPr>
              <a:t> Methodology</a:t>
            </a:r>
          </a:p>
          <a:p>
            <a:pPr marL="342900" lvl="1" indent="-342900" algn="l">
              <a:buClrTx/>
              <a:buSzTx/>
              <a:buFont typeface="Calibri" panose="020F0502020204030204" charset="0"/>
              <a:buChar char="②"/>
            </a:pPr>
            <a:endParaRPr lang="en-US" altLang="zh-CN" sz="2200" dirty="0">
              <a:solidFill>
                <a:srgbClr val="203864"/>
              </a:solidFill>
              <a:uFillTx/>
              <a:latin typeface="Roboto Black" panose="02000000000000000000" charset="0"/>
              <a:ea typeface="Roboto Light" panose="02000000000000000000" charset="0"/>
              <a:cs typeface="Roboto Black" panose="02000000000000000000" charset="0"/>
              <a:sym typeface="+mn-ea"/>
            </a:endParaRPr>
          </a:p>
          <a:p>
            <a:pPr marL="342900" lvl="1" indent="-342900" algn="l">
              <a:buClrTx/>
              <a:buSzTx/>
              <a:buFont typeface="Calibri" panose="020F0502020204030204" charset="0"/>
              <a:buChar char="⑤"/>
            </a:pPr>
            <a:r>
              <a:rPr lang="en-US" altLang="zh-CN" sz="2200" dirty="0">
                <a:solidFill>
                  <a:srgbClr val="203864"/>
                </a:solidFill>
                <a:uFillTx/>
                <a:latin typeface="Roboto Black" panose="02000000000000000000" charset="0"/>
                <a:ea typeface="Roboto Light" panose="02000000000000000000" charset="0"/>
                <a:cs typeface="Roboto Black" panose="02000000000000000000" charset="0"/>
                <a:sym typeface="+mn-ea"/>
              </a:rPr>
              <a:t> Results </a:t>
            </a:r>
          </a:p>
          <a:p>
            <a:pPr marL="342900" lvl="1" indent="-342900" algn="l">
              <a:buClrTx/>
              <a:buSzTx/>
              <a:buFont typeface="Calibri" panose="020F0502020204030204" charset="0"/>
              <a:buChar char="②"/>
            </a:pPr>
            <a:endParaRPr lang="en-US" altLang="zh-CN" sz="2200" dirty="0">
              <a:solidFill>
                <a:srgbClr val="203864"/>
              </a:solidFill>
              <a:uFillTx/>
              <a:latin typeface="Roboto Black" panose="02000000000000000000" charset="0"/>
              <a:ea typeface="Roboto Light" panose="02000000000000000000" charset="0"/>
              <a:cs typeface="Roboto Black" panose="02000000000000000000" charset="0"/>
              <a:sym typeface="+mn-ea"/>
            </a:endParaRPr>
          </a:p>
          <a:p>
            <a:pPr marL="342900" lvl="1" indent="-342900" algn="l">
              <a:buClrTx/>
              <a:buSzTx/>
              <a:buFont typeface="Calibri" panose="020F0502020204030204" charset="0"/>
              <a:buChar char="⑥"/>
            </a:pPr>
            <a:r>
              <a:rPr lang="en-US" altLang="zh-CN" sz="2200" dirty="0">
                <a:solidFill>
                  <a:srgbClr val="203864"/>
                </a:solidFill>
                <a:uFillTx/>
                <a:latin typeface="Roboto Black" panose="02000000000000000000" charset="0"/>
                <a:ea typeface="Roboto Light" panose="02000000000000000000" charset="0"/>
                <a:cs typeface="Roboto Black" panose="02000000000000000000" charset="0"/>
                <a:sym typeface="+mn-ea"/>
              </a:rPr>
              <a:t> Discussion</a:t>
            </a:r>
          </a:p>
          <a:p>
            <a:pPr marL="342900" lvl="1" indent="-342900" algn="l">
              <a:buClrTx/>
              <a:buSzTx/>
              <a:buFont typeface="Calibri" panose="020F0502020204030204" charset="0"/>
              <a:buChar char="②"/>
            </a:pPr>
            <a:endParaRPr lang="en-US" altLang="zh-CN" sz="2200" dirty="0">
              <a:solidFill>
                <a:srgbClr val="203864"/>
              </a:solidFill>
              <a:uFillTx/>
              <a:latin typeface="Roboto Black" panose="02000000000000000000" charset="0"/>
              <a:ea typeface="Roboto Light" panose="02000000000000000000" charset="0"/>
              <a:cs typeface="Roboto Black" panose="02000000000000000000" charset="0"/>
              <a:sym typeface="+mn-ea"/>
            </a:endParaRPr>
          </a:p>
          <a:p>
            <a:pPr marL="342900" lvl="1" indent="-342900" algn="l">
              <a:buClrTx/>
              <a:buSzTx/>
              <a:buFont typeface="Calibri" panose="020F0502020204030204" charset="0"/>
              <a:buChar char="⑦"/>
            </a:pPr>
            <a:r>
              <a:rPr lang="en-US" altLang="zh-CN" sz="2200" dirty="0">
                <a:solidFill>
                  <a:srgbClr val="203864"/>
                </a:solidFill>
                <a:uFillTx/>
                <a:latin typeface="Roboto Black" panose="02000000000000000000" charset="0"/>
                <a:ea typeface="Roboto Light" panose="02000000000000000000" charset="0"/>
                <a:cs typeface="Roboto Black" panose="02000000000000000000" charset="0"/>
                <a:sym typeface="+mn-ea"/>
              </a:rPr>
              <a:t> Future Works</a:t>
            </a:r>
          </a:p>
          <a:p>
            <a:pPr marL="342900" lvl="1" indent="-342900" algn="l">
              <a:buClrTx/>
              <a:buSzTx/>
              <a:buFont typeface="Calibri" panose="020F0502020204030204" charset="0"/>
              <a:buChar char="②"/>
            </a:pPr>
            <a:endParaRPr lang="en-US" altLang="zh-CN" sz="2200" dirty="0">
              <a:solidFill>
                <a:srgbClr val="203864"/>
              </a:solidFill>
              <a:uFillTx/>
              <a:latin typeface="Roboto Black" panose="02000000000000000000" charset="0"/>
              <a:ea typeface="Roboto Light" panose="02000000000000000000" charset="0"/>
              <a:cs typeface="Roboto Black" panose="02000000000000000000" charset="0"/>
              <a:sym typeface="+mn-ea"/>
            </a:endParaRPr>
          </a:p>
          <a:p>
            <a:pPr marL="342900" lvl="1" indent="-342900" algn="l">
              <a:buClrTx/>
              <a:buSzTx/>
              <a:buFont typeface="Calibri" panose="020F0502020204030204" charset="0"/>
              <a:buChar char="⑧"/>
            </a:pPr>
            <a:r>
              <a:rPr lang="en-US" altLang="zh-CN" sz="2200" dirty="0">
                <a:solidFill>
                  <a:srgbClr val="203864"/>
                </a:solidFill>
                <a:uFillTx/>
                <a:latin typeface="Roboto Black" panose="02000000000000000000" charset="0"/>
                <a:ea typeface="Roboto Light" panose="02000000000000000000" charset="0"/>
                <a:cs typeface="Roboto Black" panose="02000000000000000000" charset="0"/>
                <a:sym typeface="+mn-ea"/>
              </a:rPr>
              <a:t> References</a:t>
            </a:r>
          </a:p>
          <a:p>
            <a:pPr marL="342900" lvl="1" indent="-342900" algn="l">
              <a:buClrTx/>
              <a:buSzTx/>
              <a:buFont typeface="Calibri" panose="020F0502020204030204" charset="0"/>
              <a:buChar char="②"/>
            </a:pPr>
            <a:endParaRPr lang="en-US" altLang="zh-CN" sz="2200" dirty="0">
              <a:solidFill>
                <a:srgbClr val="203864"/>
              </a:solidFill>
              <a:uFillTx/>
              <a:latin typeface="Roboto Black" panose="02000000000000000000" charset="0"/>
              <a:ea typeface="Roboto Light" panose="02000000000000000000" charset="0"/>
              <a:cs typeface="Roboto Black" panose="02000000000000000000" charset="0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528445" y="4693920"/>
            <a:ext cx="481965" cy="536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3600">
              <a:solidFill>
                <a:schemeClr val="bg1"/>
              </a:solidFill>
              <a:latin typeface="Roboto Black" panose="02000000000000000000" charset="0"/>
              <a:cs typeface="Roboto Black" panose="02000000000000000000" charset="0"/>
              <a:sym typeface="+mn-e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387" y="6495389"/>
            <a:ext cx="5502910" cy="288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0"/>
              </a:spcBef>
              <a:buClrTx/>
              <a:buSzTx/>
              <a:buFontTx/>
            </a:pP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DEPARTMENT</a:t>
            </a:r>
            <a:r>
              <a:rPr lang="en-US" altLang="en-US" sz="18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 </a:t>
            </a: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OF COMPUTING AND INFORMATION SYSTEMS</a:t>
            </a:r>
          </a:p>
        </p:txBody>
      </p:sp>
      <p:sp>
        <p:nvSpPr>
          <p:cNvPr id="5" name="object 2"/>
          <p:cNvSpPr txBox="1"/>
          <p:nvPr/>
        </p:nvSpPr>
        <p:spPr>
          <a:xfrm>
            <a:off x="8892540" y="6556832"/>
            <a:ext cx="3141345" cy="226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IS 42853 - RESEARCH PROJECT IN IS</a:t>
            </a:r>
          </a:p>
        </p:txBody>
      </p:sp>
      <p:pic>
        <p:nvPicPr>
          <p:cNvPr id="7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52355" y="635"/>
            <a:ext cx="2239645" cy="7118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0675" y="200025"/>
            <a:ext cx="471106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buClrTx/>
              <a:buSzTx/>
              <a:buFontTx/>
            </a:pPr>
            <a:r>
              <a:rPr lang="zh-CN" altLang="en-US" sz="4400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4400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NTRODUCTION</a:t>
            </a:r>
            <a:endParaRPr lang="en-US" altLang="zh-CN" sz="4400" cap="all" dirty="0">
              <a:solidFill>
                <a:srgbClr val="203864"/>
              </a:solidFill>
              <a:uFillTx/>
              <a:latin typeface="Times New Roman" panose="02020603050405020304" charset="0"/>
              <a:ea typeface="Roboto Light" panose="02000000000000000000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0675" y="1409700"/>
            <a:ext cx="51517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457200" algn="l">
              <a:buClrTx/>
              <a:buSzTx/>
              <a:buFont typeface="Wingdings" panose="05000000000000000000" charset="0"/>
              <a:buChar char="§"/>
            </a:pPr>
            <a:r>
              <a:rPr lang="en-US" altLang="zh-CN" sz="2800" dirty="0">
                <a:solidFill>
                  <a:srgbClr val="203864"/>
                </a:solidFill>
                <a:latin typeface="Roboto Medium" panose="02000000000000000000" charset="0"/>
                <a:ea typeface="Roboto Light" panose="02000000000000000000" charset="0"/>
                <a:cs typeface="Roboto Medium" panose="02000000000000000000" charset="0"/>
                <a:sym typeface="+mn-ea"/>
              </a:rPr>
              <a:t>The Sub Title Goes Here</a:t>
            </a:r>
            <a:endParaRPr lang="en-US" altLang="zh-CN" sz="2800" dirty="0">
              <a:solidFill>
                <a:srgbClr val="203864"/>
              </a:solidFill>
              <a:uFillTx/>
              <a:latin typeface="Roboto Medium" panose="02000000000000000000" charset="0"/>
              <a:ea typeface="Roboto Light" panose="02000000000000000000" charset="0"/>
              <a:cs typeface="Roboto Medium" panose="02000000000000000000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2970" y="1931670"/>
            <a:ext cx="10674985" cy="2689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Roboto Light" panose="02000000000000000000" charset="0"/>
                <a:cs typeface="Roboto Light" panose="02000000000000000000" charset="0"/>
                <a:sym typeface="+mn-ea"/>
              </a:rPr>
              <a:t>Content goes here</a:t>
            </a:r>
          </a:p>
        </p:txBody>
      </p:sp>
      <p:sp>
        <p:nvSpPr>
          <p:cNvPr id="5" name="object 2"/>
          <p:cNvSpPr txBox="1"/>
          <p:nvPr/>
        </p:nvSpPr>
        <p:spPr>
          <a:xfrm>
            <a:off x="8892540" y="6556832"/>
            <a:ext cx="3141345" cy="226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IS 42853 - RESEARCH PROJECT IN IS</a:t>
            </a:r>
          </a:p>
        </p:txBody>
      </p:sp>
      <p:pic>
        <p:nvPicPr>
          <p:cNvPr id="1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52355" y="635"/>
            <a:ext cx="2239645" cy="711835"/>
          </a:xfrm>
          <a:prstGeom prst="rect">
            <a:avLst/>
          </a:prstGeom>
        </p:spPr>
      </p:pic>
      <p:sp>
        <p:nvSpPr>
          <p:cNvPr id="23" name="object 2"/>
          <p:cNvSpPr txBox="1"/>
          <p:nvPr/>
        </p:nvSpPr>
        <p:spPr>
          <a:xfrm>
            <a:off x="5841365" y="6557010"/>
            <a:ext cx="797560" cy="226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1</a:t>
            </a: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44D5091F-B56D-4DB8-B2CC-3D84FB8F0308}"/>
              </a:ext>
            </a:extLst>
          </p:cNvPr>
          <p:cNvSpPr txBox="1"/>
          <p:nvPr/>
        </p:nvSpPr>
        <p:spPr>
          <a:xfrm>
            <a:off x="202387" y="6495389"/>
            <a:ext cx="5502910" cy="288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0"/>
              </a:spcBef>
              <a:buClrTx/>
              <a:buSzTx/>
              <a:buFontTx/>
            </a:pP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DEPARTMENT</a:t>
            </a:r>
            <a:r>
              <a:rPr lang="en-US" altLang="en-US" sz="18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 </a:t>
            </a: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OF COMPUTING AND INFORMATION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0675" y="219075"/>
            <a:ext cx="591693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buClrTx/>
              <a:buSzTx/>
              <a:buFontTx/>
            </a:pPr>
            <a:r>
              <a:rPr lang="en-US" sz="4400" dirty="0">
                <a:solidFill>
                  <a:srgbClr val="203864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LITREATURE REVIEW</a:t>
            </a:r>
            <a:endParaRPr lang="en-US" sz="4400" cap="all" dirty="0">
              <a:solidFill>
                <a:srgbClr val="203864"/>
              </a:solidFill>
              <a:uFillTx/>
              <a:latin typeface="Times New Roman" panose="02020603050405020304" charset="0"/>
              <a:ea typeface="Roboto Light" panose="02000000000000000000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0675" y="1409700"/>
            <a:ext cx="51517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457200" algn="l">
              <a:buClrTx/>
              <a:buSzTx/>
              <a:buFont typeface="Wingdings" panose="05000000000000000000" charset="0"/>
              <a:buChar char="§"/>
            </a:pPr>
            <a:r>
              <a:rPr lang="en-US" altLang="zh-CN" sz="2800" dirty="0">
                <a:solidFill>
                  <a:srgbClr val="203864"/>
                </a:solidFill>
                <a:latin typeface="Roboto Medium" panose="02000000000000000000" charset="0"/>
                <a:ea typeface="Roboto Light" panose="02000000000000000000" charset="0"/>
                <a:cs typeface="Roboto Medium" panose="02000000000000000000" charset="0"/>
                <a:sym typeface="+mn-ea"/>
              </a:rPr>
              <a:t>The Sub Title Goes Here</a:t>
            </a:r>
            <a:endParaRPr lang="en-US" altLang="zh-CN" sz="2800" dirty="0">
              <a:solidFill>
                <a:srgbClr val="203864"/>
              </a:solidFill>
              <a:uFillTx/>
              <a:latin typeface="Roboto Medium" panose="02000000000000000000" charset="0"/>
              <a:ea typeface="Roboto Light" panose="02000000000000000000" charset="0"/>
              <a:cs typeface="Roboto Medium" panose="02000000000000000000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24585" y="1931670"/>
            <a:ext cx="10674985" cy="2689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Roboto Light" panose="02000000000000000000" charset="0"/>
                <a:cs typeface="Roboto Light" panose="02000000000000000000" charset="0"/>
                <a:sym typeface="+mn-ea"/>
              </a:rPr>
              <a:t>Content goes here</a:t>
            </a:r>
          </a:p>
        </p:txBody>
      </p:sp>
      <p:sp>
        <p:nvSpPr>
          <p:cNvPr id="5" name="object 2"/>
          <p:cNvSpPr txBox="1"/>
          <p:nvPr/>
        </p:nvSpPr>
        <p:spPr>
          <a:xfrm>
            <a:off x="8892540" y="6556832"/>
            <a:ext cx="3141345" cy="226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IS 42853 - RESEARCH PROJECT IN IS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02387" y="6495389"/>
            <a:ext cx="5502910" cy="288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0"/>
              </a:spcBef>
              <a:buClrTx/>
              <a:buSzTx/>
              <a:buFontTx/>
            </a:pP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DEPARTMENT</a:t>
            </a:r>
            <a:r>
              <a:rPr lang="en-US" altLang="en-US" sz="18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 </a:t>
            </a: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OF COMPUTING AND INFORMATION SYSTEMS</a:t>
            </a:r>
          </a:p>
        </p:txBody>
      </p:sp>
      <p:pic>
        <p:nvPicPr>
          <p:cNvPr id="8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52355" y="635"/>
            <a:ext cx="2239645" cy="711835"/>
          </a:xfrm>
          <a:prstGeom prst="rect">
            <a:avLst/>
          </a:prstGeom>
        </p:spPr>
      </p:pic>
      <p:sp>
        <p:nvSpPr>
          <p:cNvPr id="23" name="object 2"/>
          <p:cNvSpPr txBox="1"/>
          <p:nvPr/>
        </p:nvSpPr>
        <p:spPr>
          <a:xfrm>
            <a:off x="5841365" y="6557010"/>
            <a:ext cx="797560" cy="226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en-US" altLang="en-US" sz="1400" dirty="0">
                <a:solidFill>
                  <a:srgbClr val="203864"/>
                </a:solidFill>
                <a:latin typeface="Times New Roman" panose="02020603050405020304" charset="0"/>
                <a:ea typeface="Roboto Light" panose="02000000000000000000" charset="0"/>
                <a:cs typeface="Times New Roman" panose="02020603050405020304" charset="0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35151" y="2501900"/>
            <a:ext cx="8231505" cy="1004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6600">
                <a:solidFill>
                  <a:srgbClr val="203864"/>
                </a:solidFill>
                <a:latin typeface="Roboto Black" panose="02000000000000000000" charset="0"/>
                <a:cs typeface="Roboto Black" panose="02000000000000000000" charset="0"/>
              </a:rPr>
              <a:t>Thank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M3ZDNiNjQ5MjMwNGE4NGUzZGUzN2M4NzZkODkzZjgifQ=="/>
  <p:tag name="KSO_WPP_MARK_KEY" val="e6e9437c-a177-4588-88b5-a71076b8cdc7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Light"/>
        <a:ea typeface=""/>
        <a:cs typeface=""/>
        <a:font script="Jpan" typeface="ＭＳ Ｐゴシック"/>
        <a:font script="Hang" typeface="맑은 고딕"/>
        <a:font script="Hans" typeface="Roboto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 Light"/>
        <a:ea typeface=""/>
        <a:cs typeface=""/>
        <a:font script="Jpan" typeface="ＭＳ Ｐゴシック"/>
        <a:font script="Hang" typeface="맑은 고딕"/>
        <a:font script="Hans" typeface="Roboto Light"/>
        <a:font script="Hant" typeface="新細明體"/>
        <a:font script="Arab" typeface="Roboto Light"/>
        <a:font script="Hebr" typeface="Roboto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Roboto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 Light"/>
        <a:ea typeface=""/>
        <a:cs typeface=""/>
        <a:font script="Jpan" typeface="ＭＳ Ｐゴシック"/>
        <a:font script="Hang" typeface="맑은 고딕"/>
        <a:font script="Hans" typeface="Roboto Light"/>
        <a:font script="Hant" typeface="新細明體"/>
        <a:font script="Arab" typeface="Roboto Light"/>
        <a:font script="Hebr" typeface="Roboto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Roboto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 Light"/>
        <a:ea typeface=""/>
        <a:cs typeface=""/>
        <a:font script="Jpan" typeface="ＭＳ Ｐゴシック"/>
        <a:font script="Hang" typeface="맑은 고딕"/>
        <a:font script="Hans" typeface="Roboto Light"/>
        <a:font script="Hant" typeface="新細明體"/>
        <a:font script="Arab" typeface="Roboto Light"/>
        <a:font script="Hebr" typeface="Roboto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231</Words>
  <Application>Microsoft Office PowerPoint</Application>
  <PresentationFormat>Widescreen</PresentationFormat>
  <Paragraphs>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Roboto Light</vt:lpstr>
      <vt:lpstr>Arial</vt:lpstr>
      <vt:lpstr>Calibri</vt:lpstr>
      <vt:lpstr>Roboto Medium</vt:lpstr>
      <vt:lpstr>Times New Roman</vt:lpstr>
      <vt:lpstr>Roboto Black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Sanath Ahamed</cp:lastModifiedBy>
  <cp:revision>101</cp:revision>
  <dcterms:created xsi:type="dcterms:W3CDTF">2023-04-03T04:16:00Z</dcterms:created>
  <dcterms:modified xsi:type="dcterms:W3CDTF">2025-03-22T09:10:12Z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64868AED8E024840AF6A42F2086C239C_13</vt:lpwstr>
  </property>
  <property fmtid="{D5CDD505-2E9C-101B-9397-08002B2CF9AE}" pid="3" name="KSOProductBuildVer">
    <vt:lpwstr>1033-12.2.0.20326</vt:lpwstr>
  </property>
</Properties>
</file>